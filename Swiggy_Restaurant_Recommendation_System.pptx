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34529" y="1828800"/>
            <a:ext cx="5874942" cy="16004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C8019"/>
                </a:solidFill>
              </a:defRPr>
            </a:pPr>
            <a:r>
              <a:rPr dirty="0" err="1"/>
              <a:t>Swiggy</a:t>
            </a:r>
            <a:r>
              <a:rPr dirty="0"/>
              <a:t> Restaurant </a:t>
            </a:r>
            <a:endParaRPr lang="en-GB" dirty="0"/>
          </a:p>
          <a:p>
            <a:pPr algn="ctr">
              <a:defRPr sz="4000" b="1">
                <a:solidFill>
                  <a:srgbClr val="FC8019"/>
                </a:solidFill>
              </a:defRPr>
            </a:pPr>
            <a:r>
              <a:rPr dirty="0"/>
              <a:t>Recommendation System</a:t>
            </a:r>
          </a:p>
          <a:p>
            <a:pPr algn="ctr">
              <a:defRPr sz="1800">
                <a:solidFill>
                  <a:srgbClr val="000000"/>
                </a:solidFill>
              </a:defRPr>
            </a:pPr>
            <a:r>
              <a:rPr dirty="0"/>
              <a:t>Personalized Restaurant Suggestions using Machine Learning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74320"/>
            <a:ext cx="1645920" cy="12353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C8019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• Users face difficulty choosing restaurants due to many options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Need for a personalized recommendation system</a:t>
            </a:r>
          </a:p>
        </p:txBody>
      </p:sp>
      <p:pic>
        <p:nvPicPr>
          <p:cNvPr id="4" name="Picture 3" descr="swiggy23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82880"/>
            <a:ext cx="914400" cy="6863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C8019"/>
                </a:solidFill>
              </a:defRPr>
            </a:pPr>
            <a:r>
              <a:t>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• CSV-based restaurant dataset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City, cuisine, rating, cost, address</a:t>
            </a:r>
          </a:p>
        </p:txBody>
      </p:sp>
      <p:pic>
        <p:nvPicPr>
          <p:cNvPr id="4" name="Picture 3" descr="swiggy23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82880"/>
            <a:ext cx="914400" cy="6863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C8019"/>
                </a:solidFill>
              </a:defRPr>
            </a:pPr>
            <a:r>
              <a:t>Data Cleaning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• Removed duplicate records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Cleaned currency symbols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Handled missing values</a:t>
            </a:r>
          </a:p>
        </p:txBody>
      </p:sp>
      <p:pic>
        <p:nvPicPr>
          <p:cNvPr id="4" name="Picture 3" descr="swiggy23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82880"/>
            <a:ext cx="914400" cy="6863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C8019"/>
                </a:solidFill>
              </a:defRPr>
            </a:pPr>
            <a:r>
              <a:t>Data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• One-Hot Encoding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Numerical feature normalization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Index alignment maintained</a:t>
            </a:r>
          </a:p>
        </p:txBody>
      </p:sp>
      <p:pic>
        <p:nvPicPr>
          <p:cNvPr id="4" name="Picture 3" descr="swiggy23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82880"/>
            <a:ext cx="914400" cy="6863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C8019"/>
                </a:solidFill>
              </a:defRPr>
            </a:pPr>
            <a:r>
              <a:t>Recommendation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• Cosine Similarity approach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Similarity on encoded features</a:t>
            </a:r>
          </a:p>
        </p:txBody>
      </p:sp>
      <p:pic>
        <p:nvPicPr>
          <p:cNvPr id="4" name="Picture 3" descr="swiggy23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82880"/>
            <a:ext cx="914400" cy="6863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C8019"/>
                </a:solidFill>
              </a:defRPr>
            </a:pPr>
            <a:r>
              <a:t>Streamlit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• User selects preferences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System recommends restaurants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Interactive UI</a:t>
            </a:r>
          </a:p>
        </p:txBody>
      </p:sp>
      <p:pic>
        <p:nvPicPr>
          <p:cNvPr id="4" name="Picture 3" descr="swiggy23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82880"/>
            <a:ext cx="914400" cy="6863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C8019"/>
                </a:solidFill>
              </a:defRPr>
            </a:pPr>
            <a: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• Accurate recommendations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Stable pipeline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No missing values</a:t>
            </a:r>
          </a:p>
        </p:txBody>
      </p:sp>
      <p:pic>
        <p:nvPicPr>
          <p:cNvPr id="4" name="Picture 3" descr="swiggy23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82880"/>
            <a:ext cx="914400" cy="6863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C8019"/>
                </a:solidFill>
              </a:defRPr>
            </a:pPr>
            <a:r>
              <a:t>Business 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• Personalized suggestions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Improved user experience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Market insights</a:t>
            </a:r>
          </a:p>
        </p:txBody>
      </p:sp>
      <p:pic>
        <p:nvPicPr>
          <p:cNvPr id="4" name="Picture 3" descr="swiggy23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82880"/>
            <a:ext cx="914400" cy="6863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C8019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• End-to-end system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Ready for deployment</a:t>
            </a:r>
          </a:p>
        </p:txBody>
      </p:sp>
      <p:pic>
        <p:nvPicPr>
          <p:cNvPr id="4" name="Picture 3" descr="swiggy23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82880"/>
            <a:ext cx="914400" cy="6863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128</Words>
  <Application>Microsoft Office PowerPoint</Application>
  <PresentationFormat>On-screen Show (4:3)</PresentationFormat>
  <Paragraphs>35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HP</dc:creator>
  <cp:keywords/>
  <dc:description>generated using python-pptx</dc:description>
  <cp:lastModifiedBy>HP</cp:lastModifiedBy>
  <cp:revision>2</cp:revision>
  <dcterms:created xsi:type="dcterms:W3CDTF">2013-01-27T09:14:16Z</dcterms:created>
  <dcterms:modified xsi:type="dcterms:W3CDTF">2026-02-08T05:14:07Z</dcterms:modified>
  <cp:category/>
</cp:coreProperties>
</file>